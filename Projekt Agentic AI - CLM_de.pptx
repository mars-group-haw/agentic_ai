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4643"/>
  </p:normalViewPr>
  <p:slideViewPr>
    <p:cSldViewPr>
      <p:cViewPr varScale="1">
        <p:scale>
          <a:sx n="115" d="100"/>
          <a:sy n="115" d="100"/>
        </p:scale>
        <p:origin x="20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2AE521-650E-574D-B23F-059675687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78D913-0AF3-6948-8312-F533EF7757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6F2D45-5F9B-3F43-B623-E6D1B09BEE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7A5E55-17A0-2948-B6B4-9900CA0A7BB6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107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3336D9-4443-DC48-B64D-BC47BE6B83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E34536-FB02-4D48-AD5E-B27738A566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BB47A9-449D-3441-96DD-3DA1D6065D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DA80F3-A7E5-314D-8EEB-9B98B99C4CA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3827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1574A2-FC4E-384D-ADE0-C7046C4A7D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AAA692-C15B-D54A-AD6C-18788702AF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36117B-18A1-874C-97B4-28EA09FFCC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1010C9-1AC1-674D-B6D6-3ED72ECABF01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614578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E673C7-91BA-A448-881B-BD3694FC42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8B89DC-51D1-9D45-ABF5-A3255E1890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89D55D-14EE-C64F-B04A-0ECF9CC47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89B14C-BD0E-E246-BF81-7176C6939B4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3721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0CB54C-3A07-B94F-BD60-6F5A776F6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3B09A54-6E09-4C4A-8600-58745F4FA0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5705643-D870-F541-8A90-2FF2F7300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674519-0B88-F64C-B389-FCF68FED271D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1655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B724688-8747-AC43-BD4F-7BBCA72F1D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BD8BC6-76D3-9B40-B30E-CCFEA54AFD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E10369-0069-AC46-A40D-556C7C70B2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DFD323-0F18-ED4A-9F4F-BFA90E1C6B6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58188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666CC95-10B7-1D4C-BF9E-E4F9AD8CE7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FCBE8DB-9D04-5246-9DCE-AFAC3CCECD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49EAA0-0311-2D44-B108-72093B3629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9A07B7-8186-8A46-A64F-3EED5F54EC1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1190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8E93FC-569E-BC44-AA29-C226B0A479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472A8-786B-6C48-A08B-3A2FDE712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E552B6-9147-9345-83CE-086F88DD2F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5D257-C7CF-0C4A-906D-369C5C1D46C4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4474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32C61-7D42-9242-BB59-DD24E350C9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C2D3F-F114-A847-849E-1D5B2A3FF6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B3F37-B6AE-F741-9861-CE66BFC1A8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7CB08F-6459-5C48-8C20-C04B3A4503A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3116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C736FF-A608-A74B-A176-C7AA478722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3CAA92-2C0C-914B-B3E1-E28DF46CD8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E8D54E-0A54-B34B-94BC-A3BB4F1AFB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05FC53-D64E-0149-86EF-F3B7615FD69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9859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C74748-96AF-2A4B-8FC1-B4249AC10A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24B89E-E77C-2748-94E0-B023A27DF3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B4A6D6-498A-214C-A73D-0FC7F9EC6D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DA5F72-A6B4-7F43-BB9E-DA1FEC52593B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08439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B40086F-074A-A04F-BC45-2CF4820C8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6303E3-46F5-674D-BD86-85C2C3B81F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BD8E56-E552-024D-BE26-18FB63F7C43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AE4E5D0-07C2-7F4A-ABFE-AE8B688210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E24451A-3853-A846-BC44-CB669DD5BB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F10CA5D-CBE1-CF41-A9FC-AF80AE7AA813}" type="slidenum">
              <a:rPr lang="de-DE" altLang="de-DE"/>
              <a:pPr/>
              <a:t>‹Nr.›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thomas.clemen@haw-hamburg.d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6">
            <a:extLst>
              <a:ext uri="{FF2B5EF4-FFF2-40B4-BE49-F238E27FC236}">
                <a16:creationId xmlns:a16="http://schemas.microsoft.com/office/drawing/2014/main" id="{725B24D1-D271-FF4E-9311-72B39F9E7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14" y="450383"/>
            <a:ext cx="823097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sz="2000" b="1" noProof="0" dirty="0" err="1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Agentic</a:t>
            </a:r>
            <a:r>
              <a:rPr lang="de-DE" sz="2000" b="1" noProof="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AI – Das Projekt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sz="1800" noProof="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ein interdisziplinäres Wahlpflichtprojekt im </a:t>
            </a:r>
            <a:r>
              <a:rPr lang="de-DE" sz="1800" noProof="0" dirty="0" err="1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WiSe</a:t>
            </a:r>
            <a:r>
              <a:rPr lang="de-DE" sz="1800" noProof="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 26/27 (6 SWS)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de-DE" sz="1800" noProof="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de-DE" sz="1600" noProof="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Prof. Dr. Thomas Clemen, </a:t>
            </a:r>
            <a:r>
              <a:rPr lang="de-DE" sz="1600" noProof="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  <a:hlinkClick r:id="rId2"/>
              </a:rPr>
              <a:t>thomas.clemen@haw-hamburg.de</a:t>
            </a:r>
            <a:endParaRPr lang="de-DE" sz="1600" noProof="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13315" name="Line 14">
            <a:extLst>
              <a:ext uri="{FF2B5EF4-FFF2-40B4-BE49-F238E27FC236}">
                <a16:creationId xmlns:a16="http://schemas.microsoft.com/office/drawing/2014/main" id="{CA156AA8-54B9-F845-961F-B865D6B23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1828800"/>
            <a:ext cx="0" cy="411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16" name="Line 15">
            <a:extLst>
              <a:ext uri="{FF2B5EF4-FFF2-40B4-BE49-F238E27FC236}">
                <a16:creationId xmlns:a16="http://schemas.microsoft.com/office/drawing/2014/main" id="{52ED82FB-4640-434A-A498-F3843680A6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399" y="1818272"/>
            <a:ext cx="8057351" cy="105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17" name="Line 16">
            <a:extLst>
              <a:ext uri="{FF2B5EF4-FFF2-40B4-BE49-F238E27FC236}">
                <a16:creationId xmlns:a16="http://schemas.microsoft.com/office/drawing/2014/main" id="{5B41DBB2-073F-A341-A7AE-793C35A2BD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51069" y="1821447"/>
            <a:ext cx="39687" cy="411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318" name="Grafik 2">
            <a:extLst>
              <a:ext uri="{FF2B5EF4-FFF2-40B4-BE49-F238E27FC236}">
                <a16:creationId xmlns:a16="http://schemas.microsoft.com/office/drawing/2014/main" id="{A2858339-0F2C-9D46-9157-9C72F03FF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64186" y="6099846"/>
            <a:ext cx="1565276" cy="572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58814E0-B080-8649-A1CC-FFFE9A4380F9}"/>
              </a:ext>
            </a:extLst>
          </p:cNvPr>
          <p:cNvSpPr txBox="1"/>
          <p:nvPr/>
        </p:nvSpPr>
        <p:spPr>
          <a:xfrm>
            <a:off x="685799" y="1993986"/>
            <a:ext cx="7696199" cy="443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noProof="0" dirty="0" err="1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de-DE" sz="1600" b="1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 bezeichnet KI-Systeme, die eigenständig planen, entscheiden und handeln, um komplexe Ziele zu erreichen. Auf Basis moderner </a:t>
            </a:r>
            <a:r>
              <a:rPr lang="de-DE" sz="1600" b="1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 können solche Agenten Werkzeuge nutzen, miteinander kommunizieren und mehrstufige Aufgaben autonom ausführen – von der Webrecherche bis zur Codeausführung. Dies eröffnet völlig neue Möglichkeiten für Unternehmen, Wissenschaft und Gesellschaft</a:t>
            </a:r>
            <a:br>
              <a:rPr lang="de-DE" sz="1600" noProof="0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</a:br>
            <a:endParaRPr lang="de-DE" sz="1600" noProof="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  <a:p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Haben Sie Lust, die Zukunft der KI-Entwicklung </a:t>
            </a:r>
          </a:p>
          <a:p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aktiv mitzugestalten? In kleinen Projektteams </a:t>
            </a:r>
          </a:p>
          <a:p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entwerfen und implementieren Sie eigene </a:t>
            </a:r>
          </a:p>
          <a:p>
            <a:r>
              <a:rPr lang="de-DE" sz="1600" b="1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Agentensysteme</a:t>
            </a:r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de-DE" sz="1600" b="1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Multi-Agenten-</a:t>
            </a:r>
          </a:p>
          <a:p>
            <a:r>
              <a:rPr lang="de-DE" sz="1600" b="1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Architekturen</a:t>
            </a:r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 für reale Anwendungsfälle. </a:t>
            </a:r>
          </a:p>
          <a:p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Im Fokus stehen experimentelles Arbeiten,</a:t>
            </a:r>
          </a:p>
          <a:p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kreatives Problemlösen und die kritische </a:t>
            </a:r>
          </a:p>
          <a:p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Auseinandersetzung mit den </a:t>
            </a:r>
          </a:p>
          <a:p>
            <a:r>
              <a:rPr lang="de-DE" sz="1600" b="1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gesellschaftlichen Chancen und Risiken</a:t>
            </a:r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 von </a:t>
            </a:r>
          </a:p>
          <a:p>
            <a:r>
              <a:rPr lang="de-DE" sz="1600" noProof="0" dirty="0" err="1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Agentic</a:t>
            </a:r>
            <a:r>
              <a:rPr lang="de-DE" sz="1600" noProof="0" dirty="0">
                <a:solidFill>
                  <a:srgbClr val="000000"/>
                </a:solidFill>
                <a:latin typeface="Calibri" panose="020F0502020204030204" pitchFamily="34" charset="0"/>
                <a:ea typeface="Calibri" pitchFamily="34" charset="-122"/>
                <a:cs typeface="Calibri" pitchFamily="34" charset="-120"/>
              </a:rPr>
              <a:t> AI.</a:t>
            </a:r>
            <a:endParaRPr lang="de-DE" sz="1600" noProof="0" dirty="0"/>
          </a:p>
          <a:p>
            <a:pPr>
              <a:lnSpc>
                <a:spcPct val="110000"/>
              </a:lnSpc>
            </a:pPr>
            <a:endParaRPr lang="de-DE" sz="1600" noProof="0" dirty="0"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493175E-0C1E-B445-80C6-6894F2BD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07004"/>
            <a:ext cx="1971462" cy="1032671"/>
          </a:xfrm>
          <a:prstGeom prst="rect">
            <a:avLst/>
          </a:prstGeom>
        </p:spPr>
      </p:pic>
      <p:pic>
        <p:nvPicPr>
          <p:cNvPr id="12" name="Grafik 11" descr="Ein Bild, das Text, Plan, Karte enthält.&#10;&#10;KI-generierte Inhalte können fehlerhaft sein.">
            <a:extLst>
              <a:ext uri="{FF2B5EF4-FFF2-40B4-BE49-F238E27FC236}">
                <a16:creationId xmlns:a16="http://schemas.microsoft.com/office/drawing/2014/main" id="{6A94CD3C-9BE0-26D8-4852-81B732304E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1" y="3634064"/>
            <a:ext cx="4114799" cy="22628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7D47F27-0B69-DECA-8CFE-5820ADE7BED9}"/>
              </a:ext>
            </a:extLst>
          </p:cNvPr>
          <p:cNvSpPr txBox="1"/>
          <p:nvPr/>
        </p:nvSpPr>
        <p:spPr>
          <a:xfrm rot="16200000">
            <a:off x="8343224" y="5162447"/>
            <a:ext cx="11919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noProof="0" dirty="0">
                <a:latin typeface="Calibri" panose="020F0502020204030204" pitchFamily="34" charset="0"/>
                <a:cs typeface="Calibri" panose="020F0502020204030204" pitchFamily="34" charset="0"/>
              </a:rPr>
              <a:t>Park et al.,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144</Words>
  <Application>Microsoft Macintosh PowerPoint</Application>
  <PresentationFormat>Bildschirmpräsentation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Standarddesign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Clemen, Thomas</cp:lastModifiedBy>
  <cp:revision>52</cp:revision>
  <cp:lastPrinted>2026-04-21T06:29:57Z</cp:lastPrinted>
  <dcterms:created xsi:type="dcterms:W3CDTF">1601-01-01T00:00:00Z</dcterms:created>
  <dcterms:modified xsi:type="dcterms:W3CDTF">2026-04-21T06:35:35Z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2024-04-19T09:33:20Z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2c6cac8d-ab61-47b3-8209-4df2e46aefbc</vt:lpwstr>
  </property>
  <property fmtid="{D5CDD505-2E9C-101B-9397-08002B2CF9AE}" pid="8" name="MSIP_Label_defa4170-0d19-0005-0004-bc88714345d2_ActionId">
    <vt:lpwstr>71d811c9-42dd-469f-95db-74c0ca18faf5</vt:lpwstr>
  </property>
  <property fmtid="{D5CDD505-2E9C-101B-9397-08002B2CF9AE}" pid="9" name="MSIP_Label_defa4170-0d19-0005-0004-bc88714345d2_ContentBits">
    <vt:lpwstr>0</vt:lpwstr>
  </property>
</Properties>
</file>